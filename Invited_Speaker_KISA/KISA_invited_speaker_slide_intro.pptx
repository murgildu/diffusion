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u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2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ul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ua 1">
            <a:extLst>
              <a:ext uri="{FF2B5EF4-FFF2-40B4-BE49-F238E27FC236}">
                <a16:creationId xmlns:a16="http://schemas.microsoft.com/office/drawing/2014/main" id="{11915D58-6CFE-A060-3389-1EF7622577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u-ES"/>
              <a:t>Egin klik diapositiba nagusiaren titulu-estiloa aldatzeko</a:t>
            </a:r>
          </a:p>
        </p:txBody>
      </p:sp>
      <p:sp>
        <p:nvSpPr>
          <p:cNvPr id="3" name="Azpititulua 2">
            <a:extLst>
              <a:ext uri="{FF2B5EF4-FFF2-40B4-BE49-F238E27FC236}">
                <a16:creationId xmlns:a16="http://schemas.microsoft.com/office/drawing/2014/main" id="{1F704A7A-FC7A-E4C2-9F7E-60E27FDED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u-ES"/>
              <a:t>Egin klik diapositiba nagusiaren azpititulu-estiloa editatzeko</a:t>
            </a:r>
          </a:p>
        </p:txBody>
      </p:sp>
      <p:sp>
        <p:nvSpPr>
          <p:cNvPr id="4" name="Dataren leku-marka 3">
            <a:extLst>
              <a:ext uri="{FF2B5EF4-FFF2-40B4-BE49-F238E27FC236}">
                <a16:creationId xmlns:a16="http://schemas.microsoft.com/office/drawing/2014/main" id="{D41B76BB-B79F-8334-F386-10E94425E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DF4C5-CB5C-4C73-AA2C-375DD9C59507}" type="datetimeFigureOut">
              <a:rPr lang="eu-ES" smtClean="0"/>
              <a:t>2026/4/16</a:t>
            </a:fld>
            <a:endParaRPr lang="eu-ES"/>
          </a:p>
        </p:txBody>
      </p:sp>
      <p:sp>
        <p:nvSpPr>
          <p:cNvPr id="5" name="Orri-oinaren leku-marka 4">
            <a:extLst>
              <a:ext uri="{FF2B5EF4-FFF2-40B4-BE49-F238E27FC236}">
                <a16:creationId xmlns:a16="http://schemas.microsoft.com/office/drawing/2014/main" id="{912018BD-D21C-C966-8E67-5E10C3625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u-ES"/>
          </a:p>
        </p:txBody>
      </p:sp>
      <p:sp>
        <p:nvSpPr>
          <p:cNvPr id="6" name="Diapositibaren zenbakiaren leku-marka 5">
            <a:extLst>
              <a:ext uri="{FF2B5EF4-FFF2-40B4-BE49-F238E27FC236}">
                <a16:creationId xmlns:a16="http://schemas.microsoft.com/office/drawing/2014/main" id="{19AEAC34-3124-F218-6379-9D5E36A08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69F2E-5FEA-41B2-8DE1-D0529BB6CAC8}" type="slidenum">
              <a:rPr lang="eu-ES" smtClean="0"/>
              <a:t>‹zk.›</a:t>
            </a:fld>
            <a:endParaRPr lang="eu-ES"/>
          </a:p>
        </p:txBody>
      </p:sp>
    </p:spTree>
    <p:extLst>
      <p:ext uri="{BB962C8B-B14F-4D97-AF65-F5344CB8AC3E}">
        <p14:creationId xmlns:p14="http://schemas.microsoft.com/office/powerpoint/2010/main" val="2645909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ua eta eduk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ua 1">
            <a:extLst>
              <a:ext uri="{FF2B5EF4-FFF2-40B4-BE49-F238E27FC236}">
                <a16:creationId xmlns:a16="http://schemas.microsoft.com/office/drawing/2014/main" id="{EFE1EDA1-ACED-5859-3002-C9949655C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u-ES"/>
              <a:t>Egin klik diapositiba nagusiaren titulu-estiloa aldatzeko</a:t>
            </a:r>
          </a:p>
        </p:txBody>
      </p:sp>
      <p:sp>
        <p:nvSpPr>
          <p:cNvPr id="3" name="Edukiaren leku-marka 2">
            <a:extLst>
              <a:ext uri="{FF2B5EF4-FFF2-40B4-BE49-F238E27FC236}">
                <a16:creationId xmlns:a16="http://schemas.microsoft.com/office/drawing/2014/main" id="{DBF6BA25-255B-EAA7-0A44-1C7BE8FFD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u-ES"/>
              <a:t>Egin klik diapositiba nagusiaren testu-estiloak aldatzeko</a:t>
            </a:r>
          </a:p>
          <a:p>
            <a:pPr lvl="1"/>
            <a:r>
              <a:rPr lang="eu-ES"/>
              <a:t>Bigarren maila</a:t>
            </a:r>
          </a:p>
          <a:p>
            <a:pPr lvl="2"/>
            <a:r>
              <a:rPr lang="eu-ES"/>
              <a:t>Hirugarren maila</a:t>
            </a:r>
          </a:p>
          <a:p>
            <a:pPr lvl="3"/>
            <a:r>
              <a:rPr lang="eu-ES"/>
              <a:t>Laugarren maila</a:t>
            </a:r>
          </a:p>
          <a:p>
            <a:pPr lvl="4"/>
            <a:r>
              <a:rPr lang="eu-ES"/>
              <a:t>Bosgarren maila</a:t>
            </a:r>
          </a:p>
        </p:txBody>
      </p:sp>
      <p:sp>
        <p:nvSpPr>
          <p:cNvPr id="4" name="Dataren leku-marka 3">
            <a:extLst>
              <a:ext uri="{FF2B5EF4-FFF2-40B4-BE49-F238E27FC236}">
                <a16:creationId xmlns:a16="http://schemas.microsoft.com/office/drawing/2014/main" id="{93F0313A-1200-E000-57B1-BD5689DC7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DF4C5-CB5C-4C73-AA2C-375DD9C59507}" type="datetimeFigureOut">
              <a:rPr lang="eu-ES" smtClean="0"/>
              <a:t>2026/4/16</a:t>
            </a:fld>
            <a:endParaRPr lang="eu-ES"/>
          </a:p>
        </p:txBody>
      </p:sp>
      <p:sp>
        <p:nvSpPr>
          <p:cNvPr id="5" name="Orri-oinaren leku-marka 4">
            <a:extLst>
              <a:ext uri="{FF2B5EF4-FFF2-40B4-BE49-F238E27FC236}">
                <a16:creationId xmlns:a16="http://schemas.microsoft.com/office/drawing/2014/main" id="{3654E6E2-0F41-956C-6957-39E2BDD35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u-ES"/>
          </a:p>
        </p:txBody>
      </p:sp>
      <p:sp>
        <p:nvSpPr>
          <p:cNvPr id="6" name="Diapositibaren zenbakiaren leku-marka 5">
            <a:extLst>
              <a:ext uri="{FF2B5EF4-FFF2-40B4-BE49-F238E27FC236}">
                <a16:creationId xmlns:a16="http://schemas.microsoft.com/office/drawing/2014/main" id="{3A61AB5B-226B-D32E-5639-E073E4ABE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69F2E-5FEA-41B2-8DE1-D0529BB6CAC8}" type="slidenum">
              <a:rPr lang="eu-ES" smtClean="0"/>
              <a:t>‹zk.›</a:t>
            </a:fld>
            <a:endParaRPr lang="eu-ES"/>
          </a:p>
        </p:txBody>
      </p:sp>
    </p:spTree>
    <p:extLst>
      <p:ext uri="{BB962C8B-B14F-4D97-AF65-F5344CB8AC3E}">
        <p14:creationId xmlns:p14="http://schemas.microsoft.com/office/powerpoint/2010/main" val="1418583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talaren goibur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ua 1">
            <a:extLst>
              <a:ext uri="{FF2B5EF4-FFF2-40B4-BE49-F238E27FC236}">
                <a16:creationId xmlns:a16="http://schemas.microsoft.com/office/drawing/2014/main" id="{61FA0CFA-DA28-AC51-B9EB-8D9B1B5B0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u-ES"/>
              <a:t>Egin klik diapositiba nagusiaren titulu-estiloa aldatzeko</a:t>
            </a:r>
          </a:p>
        </p:txBody>
      </p:sp>
      <p:sp>
        <p:nvSpPr>
          <p:cNvPr id="3" name="Testuaren leku-marka 2">
            <a:extLst>
              <a:ext uri="{FF2B5EF4-FFF2-40B4-BE49-F238E27FC236}">
                <a16:creationId xmlns:a16="http://schemas.microsoft.com/office/drawing/2014/main" id="{6EF6CA86-2BE7-974A-E225-978106612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u-ES"/>
              <a:t>Egin klik diapositiba nagusiaren testu-estiloak aldatzeko</a:t>
            </a:r>
          </a:p>
        </p:txBody>
      </p:sp>
      <p:sp>
        <p:nvSpPr>
          <p:cNvPr id="4" name="Dataren leku-marka 3">
            <a:extLst>
              <a:ext uri="{FF2B5EF4-FFF2-40B4-BE49-F238E27FC236}">
                <a16:creationId xmlns:a16="http://schemas.microsoft.com/office/drawing/2014/main" id="{6ABE7049-2F11-9E56-25F0-10AA42AEF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DF4C5-CB5C-4C73-AA2C-375DD9C59507}" type="datetimeFigureOut">
              <a:rPr lang="eu-ES" smtClean="0"/>
              <a:t>2026/4/16</a:t>
            </a:fld>
            <a:endParaRPr lang="eu-ES"/>
          </a:p>
        </p:txBody>
      </p:sp>
      <p:sp>
        <p:nvSpPr>
          <p:cNvPr id="5" name="Orri-oinaren leku-marka 4">
            <a:extLst>
              <a:ext uri="{FF2B5EF4-FFF2-40B4-BE49-F238E27FC236}">
                <a16:creationId xmlns:a16="http://schemas.microsoft.com/office/drawing/2014/main" id="{0EEBD0B6-A13F-0E3C-046C-9729C7A6A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u-ES"/>
          </a:p>
        </p:txBody>
      </p:sp>
      <p:sp>
        <p:nvSpPr>
          <p:cNvPr id="6" name="Diapositibaren zenbakiaren leku-marka 5">
            <a:extLst>
              <a:ext uri="{FF2B5EF4-FFF2-40B4-BE49-F238E27FC236}">
                <a16:creationId xmlns:a16="http://schemas.microsoft.com/office/drawing/2014/main" id="{D642D7AA-8826-30AF-7CF3-7740D63E5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69F2E-5FEA-41B2-8DE1-D0529BB6CAC8}" type="slidenum">
              <a:rPr lang="eu-ES" smtClean="0"/>
              <a:t>‹zk.›</a:t>
            </a:fld>
            <a:endParaRPr lang="eu-ES"/>
          </a:p>
        </p:txBody>
      </p:sp>
    </p:spTree>
    <p:extLst>
      <p:ext uri="{BB962C8B-B14F-4D97-AF65-F5344CB8AC3E}">
        <p14:creationId xmlns:p14="http://schemas.microsoft.com/office/powerpoint/2010/main" val="599881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Bi edu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ua 1">
            <a:extLst>
              <a:ext uri="{FF2B5EF4-FFF2-40B4-BE49-F238E27FC236}">
                <a16:creationId xmlns:a16="http://schemas.microsoft.com/office/drawing/2014/main" id="{864E88B5-8EFF-8349-F092-B2F58F2F6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u-ES"/>
              <a:t>Egin klik diapositiba nagusiaren titulu-estiloa aldatzeko</a:t>
            </a:r>
          </a:p>
        </p:txBody>
      </p:sp>
      <p:sp>
        <p:nvSpPr>
          <p:cNvPr id="3" name="Edukiaren leku-marka 2">
            <a:extLst>
              <a:ext uri="{FF2B5EF4-FFF2-40B4-BE49-F238E27FC236}">
                <a16:creationId xmlns:a16="http://schemas.microsoft.com/office/drawing/2014/main" id="{70D2FE9D-90FA-5031-4E9B-BD666B496E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u-ES"/>
              <a:t>Egin klik diapositiba nagusiaren testu-estiloak aldatzeko</a:t>
            </a:r>
          </a:p>
          <a:p>
            <a:pPr lvl="1"/>
            <a:r>
              <a:rPr lang="eu-ES"/>
              <a:t>Bigarren maila</a:t>
            </a:r>
          </a:p>
          <a:p>
            <a:pPr lvl="2"/>
            <a:r>
              <a:rPr lang="eu-ES"/>
              <a:t>Hirugarren maila</a:t>
            </a:r>
          </a:p>
          <a:p>
            <a:pPr lvl="3"/>
            <a:r>
              <a:rPr lang="eu-ES"/>
              <a:t>Laugarren maila</a:t>
            </a:r>
          </a:p>
          <a:p>
            <a:pPr lvl="4"/>
            <a:r>
              <a:rPr lang="eu-ES"/>
              <a:t>Bosgarren maila</a:t>
            </a:r>
          </a:p>
        </p:txBody>
      </p:sp>
      <p:sp>
        <p:nvSpPr>
          <p:cNvPr id="4" name="Edukiaren leku-marka 3">
            <a:extLst>
              <a:ext uri="{FF2B5EF4-FFF2-40B4-BE49-F238E27FC236}">
                <a16:creationId xmlns:a16="http://schemas.microsoft.com/office/drawing/2014/main" id="{6CD0FC16-8E29-3A10-ABB3-2DA47D492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u-ES"/>
              <a:t>Egin klik diapositiba nagusiaren testu-estiloak aldatzeko</a:t>
            </a:r>
          </a:p>
          <a:p>
            <a:pPr lvl="1"/>
            <a:r>
              <a:rPr lang="eu-ES"/>
              <a:t>Bigarren maila</a:t>
            </a:r>
          </a:p>
          <a:p>
            <a:pPr lvl="2"/>
            <a:r>
              <a:rPr lang="eu-ES"/>
              <a:t>Hirugarren maila</a:t>
            </a:r>
          </a:p>
          <a:p>
            <a:pPr lvl="3"/>
            <a:r>
              <a:rPr lang="eu-ES"/>
              <a:t>Laugarren maila</a:t>
            </a:r>
          </a:p>
          <a:p>
            <a:pPr lvl="4"/>
            <a:r>
              <a:rPr lang="eu-ES"/>
              <a:t>Bosgarren maila</a:t>
            </a:r>
          </a:p>
        </p:txBody>
      </p:sp>
      <p:sp>
        <p:nvSpPr>
          <p:cNvPr id="5" name="Dataren leku-marka 4">
            <a:extLst>
              <a:ext uri="{FF2B5EF4-FFF2-40B4-BE49-F238E27FC236}">
                <a16:creationId xmlns:a16="http://schemas.microsoft.com/office/drawing/2014/main" id="{62EDED01-3A99-A7A1-B26F-7AE7210FB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DF4C5-CB5C-4C73-AA2C-375DD9C59507}" type="datetimeFigureOut">
              <a:rPr lang="eu-ES" smtClean="0"/>
              <a:t>2026/4/16</a:t>
            </a:fld>
            <a:endParaRPr lang="eu-ES"/>
          </a:p>
        </p:txBody>
      </p:sp>
      <p:sp>
        <p:nvSpPr>
          <p:cNvPr id="6" name="Orri-oinaren leku-marka 5">
            <a:extLst>
              <a:ext uri="{FF2B5EF4-FFF2-40B4-BE49-F238E27FC236}">
                <a16:creationId xmlns:a16="http://schemas.microsoft.com/office/drawing/2014/main" id="{73BF9C45-CA92-CEBC-BCA3-52E39586A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u-ES"/>
          </a:p>
        </p:txBody>
      </p:sp>
      <p:sp>
        <p:nvSpPr>
          <p:cNvPr id="7" name="Diapositibaren zenbakiaren leku-marka 6">
            <a:extLst>
              <a:ext uri="{FF2B5EF4-FFF2-40B4-BE49-F238E27FC236}">
                <a16:creationId xmlns:a16="http://schemas.microsoft.com/office/drawing/2014/main" id="{9D156A09-8562-00F1-7BB6-12FF3CE9E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69F2E-5FEA-41B2-8DE1-D0529BB6CAC8}" type="slidenum">
              <a:rPr lang="eu-ES" smtClean="0"/>
              <a:t>‹zk.›</a:t>
            </a:fld>
            <a:endParaRPr lang="eu-ES"/>
          </a:p>
        </p:txBody>
      </p:sp>
    </p:spTree>
    <p:extLst>
      <p:ext uri="{BB962C8B-B14F-4D97-AF65-F5344CB8AC3E}">
        <p14:creationId xmlns:p14="http://schemas.microsoft.com/office/powerpoint/2010/main" val="1954288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onparazio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ua 1">
            <a:extLst>
              <a:ext uri="{FF2B5EF4-FFF2-40B4-BE49-F238E27FC236}">
                <a16:creationId xmlns:a16="http://schemas.microsoft.com/office/drawing/2014/main" id="{2FAE4297-BC30-2A2B-A5F8-DB3B247E6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u-ES"/>
              <a:t>Egin klik diapositiba nagusiaren titulu-estiloa aldatzeko</a:t>
            </a:r>
          </a:p>
        </p:txBody>
      </p:sp>
      <p:sp>
        <p:nvSpPr>
          <p:cNvPr id="3" name="Testuaren leku-marka 2">
            <a:extLst>
              <a:ext uri="{FF2B5EF4-FFF2-40B4-BE49-F238E27FC236}">
                <a16:creationId xmlns:a16="http://schemas.microsoft.com/office/drawing/2014/main" id="{51F50608-A9B1-8E96-9A1E-49CB927F4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u-ES"/>
              <a:t>Egin klik diapositiba nagusiaren testu-estiloak aldatzeko</a:t>
            </a:r>
          </a:p>
        </p:txBody>
      </p:sp>
      <p:sp>
        <p:nvSpPr>
          <p:cNvPr id="4" name="Edukiaren leku-marka 3">
            <a:extLst>
              <a:ext uri="{FF2B5EF4-FFF2-40B4-BE49-F238E27FC236}">
                <a16:creationId xmlns:a16="http://schemas.microsoft.com/office/drawing/2014/main" id="{1AD5F0E5-58B8-AFFD-14B5-26D4E48E9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u-ES"/>
              <a:t>Egin klik diapositiba nagusiaren testu-estiloak aldatzeko</a:t>
            </a:r>
          </a:p>
          <a:p>
            <a:pPr lvl="1"/>
            <a:r>
              <a:rPr lang="eu-ES"/>
              <a:t>Bigarren maila</a:t>
            </a:r>
          </a:p>
          <a:p>
            <a:pPr lvl="2"/>
            <a:r>
              <a:rPr lang="eu-ES"/>
              <a:t>Hirugarren maila</a:t>
            </a:r>
          </a:p>
          <a:p>
            <a:pPr lvl="3"/>
            <a:r>
              <a:rPr lang="eu-ES"/>
              <a:t>Laugarren maila</a:t>
            </a:r>
          </a:p>
          <a:p>
            <a:pPr lvl="4"/>
            <a:r>
              <a:rPr lang="eu-ES"/>
              <a:t>Bosgarren maila</a:t>
            </a:r>
          </a:p>
        </p:txBody>
      </p:sp>
      <p:sp>
        <p:nvSpPr>
          <p:cNvPr id="5" name="Testuaren leku-marka 4">
            <a:extLst>
              <a:ext uri="{FF2B5EF4-FFF2-40B4-BE49-F238E27FC236}">
                <a16:creationId xmlns:a16="http://schemas.microsoft.com/office/drawing/2014/main" id="{BCFE5366-7802-4211-DF1F-7B6945B7A0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u-ES"/>
              <a:t>Egin klik diapositiba nagusiaren testu-estiloak aldatzeko</a:t>
            </a:r>
          </a:p>
        </p:txBody>
      </p:sp>
      <p:sp>
        <p:nvSpPr>
          <p:cNvPr id="6" name="Edukiaren leku-marka 5">
            <a:extLst>
              <a:ext uri="{FF2B5EF4-FFF2-40B4-BE49-F238E27FC236}">
                <a16:creationId xmlns:a16="http://schemas.microsoft.com/office/drawing/2014/main" id="{969F9717-9BBA-5B8D-4AF2-A24EE5D612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u-ES"/>
              <a:t>Egin klik diapositiba nagusiaren testu-estiloak aldatzeko</a:t>
            </a:r>
          </a:p>
          <a:p>
            <a:pPr lvl="1"/>
            <a:r>
              <a:rPr lang="eu-ES"/>
              <a:t>Bigarren maila</a:t>
            </a:r>
          </a:p>
          <a:p>
            <a:pPr lvl="2"/>
            <a:r>
              <a:rPr lang="eu-ES"/>
              <a:t>Hirugarren maila</a:t>
            </a:r>
          </a:p>
          <a:p>
            <a:pPr lvl="3"/>
            <a:r>
              <a:rPr lang="eu-ES"/>
              <a:t>Laugarren maila</a:t>
            </a:r>
          </a:p>
          <a:p>
            <a:pPr lvl="4"/>
            <a:r>
              <a:rPr lang="eu-ES"/>
              <a:t>Bosgarren maila</a:t>
            </a:r>
          </a:p>
        </p:txBody>
      </p:sp>
      <p:sp>
        <p:nvSpPr>
          <p:cNvPr id="7" name="Dataren leku-marka 6">
            <a:extLst>
              <a:ext uri="{FF2B5EF4-FFF2-40B4-BE49-F238E27FC236}">
                <a16:creationId xmlns:a16="http://schemas.microsoft.com/office/drawing/2014/main" id="{580B15A3-90EF-DB33-A739-3534985A2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DF4C5-CB5C-4C73-AA2C-375DD9C59507}" type="datetimeFigureOut">
              <a:rPr lang="eu-ES" smtClean="0"/>
              <a:t>2026/4/16</a:t>
            </a:fld>
            <a:endParaRPr lang="eu-ES"/>
          </a:p>
        </p:txBody>
      </p:sp>
      <p:sp>
        <p:nvSpPr>
          <p:cNvPr id="8" name="Orri-oinaren leku-marka 7">
            <a:extLst>
              <a:ext uri="{FF2B5EF4-FFF2-40B4-BE49-F238E27FC236}">
                <a16:creationId xmlns:a16="http://schemas.microsoft.com/office/drawing/2014/main" id="{B0758395-5400-D7DA-5EB4-9087FC1A2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u-ES"/>
          </a:p>
        </p:txBody>
      </p:sp>
      <p:sp>
        <p:nvSpPr>
          <p:cNvPr id="9" name="Diapositibaren zenbakiaren leku-marka 8">
            <a:extLst>
              <a:ext uri="{FF2B5EF4-FFF2-40B4-BE49-F238E27FC236}">
                <a16:creationId xmlns:a16="http://schemas.microsoft.com/office/drawing/2014/main" id="{1A0A4E9E-C888-398B-8051-DF0FC79A4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69F2E-5FEA-41B2-8DE1-D0529BB6CAC8}" type="slidenum">
              <a:rPr lang="eu-ES" smtClean="0"/>
              <a:t>‹zk.›</a:t>
            </a:fld>
            <a:endParaRPr lang="eu-ES"/>
          </a:p>
        </p:txBody>
      </p:sp>
    </p:spTree>
    <p:extLst>
      <p:ext uri="{BB962C8B-B14F-4D97-AF65-F5344CB8AC3E}">
        <p14:creationId xmlns:p14="http://schemas.microsoft.com/office/powerpoint/2010/main" val="1356383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ulua bakar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ua 1">
            <a:extLst>
              <a:ext uri="{FF2B5EF4-FFF2-40B4-BE49-F238E27FC236}">
                <a16:creationId xmlns:a16="http://schemas.microsoft.com/office/drawing/2014/main" id="{86723A37-43BA-7D09-C470-F6589541D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u-ES"/>
              <a:t>Egin klik diapositiba nagusiaren titulu-estiloa aldatzeko</a:t>
            </a:r>
          </a:p>
        </p:txBody>
      </p:sp>
      <p:sp>
        <p:nvSpPr>
          <p:cNvPr id="3" name="Dataren leku-marka 2">
            <a:extLst>
              <a:ext uri="{FF2B5EF4-FFF2-40B4-BE49-F238E27FC236}">
                <a16:creationId xmlns:a16="http://schemas.microsoft.com/office/drawing/2014/main" id="{D6163CF6-716B-FCFF-203B-BA1311378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DF4C5-CB5C-4C73-AA2C-375DD9C59507}" type="datetimeFigureOut">
              <a:rPr lang="eu-ES" smtClean="0"/>
              <a:t>2026/4/16</a:t>
            </a:fld>
            <a:endParaRPr lang="eu-ES"/>
          </a:p>
        </p:txBody>
      </p:sp>
      <p:sp>
        <p:nvSpPr>
          <p:cNvPr id="4" name="Orri-oinaren leku-marka 3">
            <a:extLst>
              <a:ext uri="{FF2B5EF4-FFF2-40B4-BE49-F238E27FC236}">
                <a16:creationId xmlns:a16="http://schemas.microsoft.com/office/drawing/2014/main" id="{D194FC8A-C54D-44E9-F1BD-A8405A05C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u-ES"/>
          </a:p>
        </p:txBody>
      </p:sp>
      <p:sp>
        <p:nvSpPr>
          <p:cNvPr id="5" name="Diapositibaren zenbakiaren leku-marka 4">
            <a:extLst>
              <a:ext uri="{FF2B5EF4-FFF2-40B4-BE49-F238E27FC236}">
                <a16:creationId xmlns:a16="http://schemas.microsoft.com/office/drawing/2014/main" id="{52FF5B2D-D137-1529-424E-7D63EF209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69F2E-5FEA-41B2-8DE1-D0529BB6CAC8}" type="slidenum">
              <a:rPr lang="eu-ES" smtClean="0"/>
              <a:t>‹zk.›</a:t>
            </a:fld>
            <a:endParaRPr lang="eu-ES"/>
          </a:p>
        </p:txBody>
      </p:sp>
    </p:spTree>
    <p:extLst>
      <p:ext uri="{BB962C8B-B14F-4D97-AF65-F5344CB8AC3E}">
        <p14:creationId xmlns:p14="http://schemas.microsoft.com/office/powerpoint/2010/main" val="1780375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Huts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ren leku-marka 1">
            <a:extLst>
              <a:ext uri="{FF2B5EF4-FFF2-40B4-BE49-F238E27FC236}">
                <a16:creationId xmlns:a16="http://schemas.microsoft.com/office/drawing/2014/main" id="{C141A7D7-A3C7-923E-B2AB-D37CF5BDD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DF4C5-CB5C-4C73-AA2C-375DD9C59507}" type="datetimeFigureOut">
              <a:rPr lang="eu-ES" smtClean="0"/>
              <a:t>2026/4/16</a:t>
            </a:fld>
            <a:endParaRPr lang="eu-ES"/>
          </a:p>
        </p:txBody>
      </p:sp>
      <p:sp>
        <p:nvSpPr>
          <p:cNvPr id="3" name="Orri-oinaren leku-marka 2">
            <a:extLst>
              <a:ext uri="{FF2B5EF4-FFF2-40B4-BE49-F238E27FC236}">
                <a16:creationId xmlns:a16="http://schemas.microsoft.com/office/drawing/2014/main" id="{D220C785-6EE4-E74A-A476-52ECA7E8C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u-ES"/>
          </a:p>
        </p:txBody>
      </p:sp>
      <p:sp>
        <p:nvSpPr>
          <p:cNvPr id="4" name="Diapositibaren zenbakiaren leku-marka 3">
            <a:extLst>
              <a:ext uri="{FF2B5EF4-FFF2-40B4-BE49-F238E27FC236}">
                <a16:creationId xmlns:a16="http://schemas.microsoft.com/office/drawing/2014/main" id="{0EEC3ACF-CF65-2F60-898F-4CBEBB70F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69F2E-5FEA-41B2-8DE1-D0529BB6CAC8}" type="slidenum">
              <a:rPr lang="eu-ES" smtClean="0"/>
              <a:t>‹zk.›</a:t>
            </a:fld>
            <a:endParaRPr lang="eu-ES"/>
          </a:p>
        </p:txBody>
      </p:sp>
    </p:spTree>
    <p:extLst>
      <p:ext uri="{BB962C8B-B14F-4D97-AF65-F5344CB8AC3E}">
        <p14:creationId xmlns:p14="http://schemas.microsoft.com/office/powerpoint/2010/main" val="2989736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Epigrafedun eduk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ua 1">
            <a:extLst>
              <a:ext uri="{FF2B5EF4-FFF2-40B4-BE49-F238E27FC236}">
                <a16:creationId xmlns:a16="http://schemas.microsoft.com/office/drawing/2014/main" id="{7B7DE2CC-E2A7-82C9-4325-C87A4A863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u-ES"/>
              <a:t>Egin klik diapositiba nagusiaren titulu-estiloa aldatzeko</a:t>
            </a:r>
          </a:p>
        </p:txBody>
      </p:sp>
      <p:sp>
        <p:nvSpPr>
          <p:cNvPr id="3" name="Edukiaren leku-marka 2">
            <a:extLst>
              <a:ext uri="{FF2B5EF4-FFF2-40B4-BE49-F238E27FC236}">
                <a16:creationId xmlns:a16="http://schemas.microsoft.com/office/drawing/2014/main" id="{ADCB4B0F-8F8C-BD32-8212-15748CF16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u-ES"/>
              <a:t>Egin klik diapositiba nagusiaren testu-estiloak aldatzeko</a:t>
            </a:r>
          </a:p>
          <a:p>
            <a:pPr lvl="1"/>
            <a:r>
              <a:rPr lang="eu-ES"/>
              <a:t>Bigarren maila</a:t>
            </a:r>
          </a:p>
          <a:p>
            <a:pPr lvl="2"/>
            <a:r>
              <a:rPr lang="eu-ES"/>
              <a:t>Hirugarren maila</a:t>
            </a:r>
          </a:p>
          <a:p>
            <a:pPr lvl="3"/>
            <a:r>
              <a:rPr lang="eu-ES"/>
              <a:t>Laugarren maila</a:t>
            </a:r>
          </a:p>
          <a:p>
            <a:pPr lvl="4"/>
            <a:r>
              <a:rPr lang="eu-ES"/>
              <a:t>Bosgarren maila</a:t>
            </a:r>
          </a:p>
        </p:txBody>
      </p:sp>
      <p:sp>
        <p:nvSpPr>
          <p:cNvPr id="4" name="Testuaren leku-marka 3">
            <a:extLst>
              <a:ext uri="{FF2B5EF4-FFF2-40B4-BE49-F238E27FC236}">
                <a16:creationId xmlns:a16="http://schemas.microsoft.com/office/drawing/2014/main" id="{E047B586-8A3D-281F-D7A9-6B1D10623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u-ES"/>
              <a:t>Egin klik diapositiba nagusiaren testu-estiloak aldatzeko</a:t>
            </a:r>
          </a:p>
        </p:txBody>
      </p:sp>
      <p:sp>
        <p:nvSpPr>
          <p:cNvPr id="5" name="Dataren leku-marka 4">
            <a:extLst>
              <a:ext uri="{FF2B5EF4-FFF2-40B4-BE49-F238E27FC236}">
                <a16:creationId xmlns:a16="http://schemas.microsoft.com/office/drawing/2014/main" id="{63EE39E9-1D88-28AD-5282-33B356E9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DF4C5-CB5C-4C73-AA2C-375DD9C59507}" type="datetimeFigureOut">
              <a:rPr lang="eu-ES" smtClean="0"/>
              <a:t>2026/4/16</a:t>
            </a:fld>
            <a:endParaRPr lang="eu-ES"/>
          </a:p>
        </p:txBody>
      </p:sp>
      <p:sp>
        <p:nvSpPr>
          <p:cNvPr id="6" name="Orri-oinaren leku-marka 5">
            <a:extLst>
              <a:ext uri="{FF2B5EF4-FFF2-40B4-BE49-F238E27FC236}">
                <a16:creationId xmlns:a16="http://schemas.microsoft.com/office/drawing/2014/main" id="{7AE4F22F-61F2-2BE4-3DF4-F4675F71C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u-ES"/>
          </a:p>
        </p:txBody>
      </p:sp>
      <p:sp>
        <p:nvSpPr>
          <p:cNvPr id="7" name="Diapositibaren zenbakiaren leku-marka 6">
            <a:extLst>
              <a:ext uri="{FF2B5EF4-FFF2-40B4-BE49-F238E27FC236}">
                <a16:creationId xmlns:a16="http://schemas.microsoft.com/office/drawing/2014/main" id="{528EF30A-24CE-28C5-73D2-F9427C556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69F2E-5FEA-41B2-8DE1-D0529BB6CAC8}" type="slidenum">
              <a:rPr lang="eu-ES" smtClean="0"/>
              <a:t>‹zk.›</a:t>
            </a:fld>
            <a:endParaRPr lang="eu-ES"/>
          </a:p>
        </p:txBody>
      </p:sp>
    </p:spTree>
    <p:extLst>
      <p:ext uri="{BB962C8B-B14F-4D97-AF65-F5344CB8AC3E}">
        <p14:creationId xmlns:p14="http://schemas.microsoft.com/office/powerpoint/2010/main" val="3071707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Epigrafedun iru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ua 1">
            <a:extLst>
              <a:ext uri="{FF2B5EF4-FFF2-40B4-BE49-F238E27FC236}">
                <a16:creationId xmlns:a16="http://schemas.microsoft.com/office/drawing/2014/main" id="{7C74FECC-6A0E-D70F-DEBD-D5E1FEC56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u-ES"/>
              <a:t>Egin klik diapositiba nagusiaren titulu-estiloa aldatzeko</a:t>
            </a:r>
          </a:p>
        </p:txBody>
      </p:sp>
      <p:sp>
        <p:nvSpPr>
          <p:cNvPr id="3" name="Irudiaren leku-marka 2">
            <a:extLst>
              <a:ext uri="{FF2B5EF4-FFF2-40B4-BE49-F238E27FC236}">
                <a16:creationId xmlns:a16="http://schemas.microsoft.com/office/drawing/2014/main" id="{8F2308B2-B278-50D8-8ACE-D6F0B321E6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u-ES"/>
          </a:p>
        </p:txBody>
      </p:sp>
      <p:sp>
        <p:nvSpPr>
          <p:cNvPr id="4" name="Testuaren leku-marka 3">
            <a:extLst>
              <a:ext uri="{FF2B5EF4-FFF2-40B4-BE49-F238E27FC236}">
                <a16:creationId xmlns:a16="http://schemas.microsoft.com/office/drawing/2014/main" id="{FA1F536A-D214-5A0F-8819-EB5C2D3AC5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u-ES"/>
              <a:t>Egin klik diapositiba nagusiaren testu-estiloak aldatzeko</a:t>
            </a:r>
          </a:p>
        </p:txBody>
      </p:sp>
      <p:sp>
        <p:nvSpPr>
          <p:cNvPr id="5" name="Dataren leku-marka 4">
            <a:extLst>
              <a:ext uri="{FF2B5EF4-FFF2-40B4-BE49-F238E27FC236}">
                <a16:creationId xmlns:a16="http://schemas.microsoft.com/office/drawing/2014/main" id="{395A167E-8C69-3C8D-61CC-16EABD0F3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DF4C5-CB5C-4C73-AA2C-375DD9C59507}" type="datetimeFigureOut">
              <a:rPr lang="eu-ES" smtClean="0"/>
              <a:t>2026/4/16</a:t>
            </a:fld>
            <a:endParaRPr lang="eu-ES"/>
          </a:p>
        </p:txBody>
      </p:sp>
      <p:sp>
        <p:nvSpPr>
          <p:cNvPr id="6" name="Orri-oinaren leku-marka 5">
            <a:extLst>
              <a:ext uri="{FF2B5EF4-FFF2-40B4-BE49-F238E27FC236}">
                <a16:creationId xmlns:a16="http://schemas.microsoft.com/office/drawing/2014/main" id="{A7DAEA75-6390-CB1A-1DA2-27D58CBC4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u-ES"/>
          </a:p>
        </p:txBody>
      </p:sp>
      <p:sp>
        <p:nvSpPr>
          <p:cNvPr id="7" name="Diapositibaren zenbakiaren leku-marka 6">
            <a:extLst>
              <a:ext uri="{FF2B5EF4-FFF2-40B4-BE49-F238E27FC236}">
                <a16:creationId xmlns:a16="http://schemas.microsoft.com/office/drawing/2014/main" id="{6E87F6FF-EE92-F520-7F52-2DE0FE23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69F2E-5FEA-41B2-8DE1-D0529BB6CAC8}" type="slidenum">
              <a:rPr lang="eu-ES" smtClean="0"/>
              <a:t>‹zk.›</a:t>
            </a:fld>
            <a:endParaRPr lang="eu-ES"/>
          </a:p>
        </p:txBody>
      </p:sp>
    </p:spTree>
    <p:extLst>
      <p:ext uri="{BB962C8B-B14F-4D97-AF65-F5344CB8AC3E}">
        <p14:creationId xmlns:p14="http://schemas.microsoft.com/office/powerpoint/2010/main" val="4101588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ulua eta testu bertika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ua 1">
            <a:extLst>
              <a:ext uri="{FF2B5EF4-FFF2-40B4-BE49-F238E27FC236}">
                <a16:creationId xmlns:a16="http://schemas.microsoft.com/office/drawing/2014/main" id="{3A7EE286-B2C8-51A8-7B49-5C4F540F6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u-ES"/>
              <a:t>Egin klik diapositiba nagusiaren titulu-estiloa aldatzeko</a:t>
            </a:r>
          </a:p>
        </p:txBody>
      </p:sp>
      <p:sp>
        <p:nvSpPr>
          <p:cNvPr id="3" name="Testuaren leku-marka bertikala 2">
            <a:extLst>
              <a:ext uri="{FF2B5EF4-FFF2-40B4-BE49-F238E27FC236}">
                <a16:creationId xmlns:a16="http://schemas.microsoft.com/office/drawing/2014/main" id="{E5886A19-BE4F-F00E-42A0-32DBC4DEA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u-ES"/>
              <a:t>Egin klik diapositiba nagusiaren testu-estiloak aldatzeko</a:t>
            </a:r>
          </a:p>
          <a:p>
            <a:pPr lvl="1"/>
            <a:r>
              <a:rPr lang="eu-ES"/>
              <a:t>Bigarren maila</a:t>
            </a:r>
          </a:p>
          <a:p>
            <a:pPr lvl="2"/>
            <a:r>
              <a:rPr lang="eu-ES"/>
              <a:t>Hirugarren maila</a:t>
            </a:r>
          </a:p>
          <a:p>
            <a:pPr lvl="3"/>
            <a:r>
              <a:rPr lang="eu-ES"/>
              <a:t>Laugarren maila</a:t>
            </a:r>
          </a:p>
          <a:p>
            <a:pPr lvl="4"/>
            <a:r>
              <a:rPr lang="eu-ES"/>
              <a:t>Bosgarren maila</a:t>
            </a:r>
          </a:p>
        </p:txBody>
      </p:sp>
      <p:sp>
        <p:nvSpPr>
          <p:cNvPr id="4" name="Dataren leku-marka 3">
            <a:extLst>
              <a:ext uri="{FF2B5EF4-FFF2-40B4-BE49-F238E27FC236}">
                <a16:creationId xmlns:a16="http://schemas.microsoft.com/office/drawing/2014/main" id="{522ABF2F-1A73-CC6D-D315-AE127F91B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DF4C5-CB5C-4C73-AA2C-375DD9C59507}" type="datetimeFigureOut">
              <a:rPr lang="eu-ES" smtClean="0"/>
              <a:t>2026/4/16</a:t>
            </a:fld>
            <a:endParaRPr lang="eu-ES"/>
          </a:p>
        </p:txBody>
      </p:sp>
      <p:sp>
        <p:nvSpPr>
          <p:cNvPr id="5" name="Orri-oinaren leku-marka 4">
            <a:extLst>
              <a:ext uri="{FF2B5EF4-FFF2-40B4-BE49-F238E27FC236}">
                <a16:creationId xmlns:a16="http://schemas.microsoft.com/office/drawing/2014/main" id="{DB3B70C6-9135-E7AA-8AEA-A1C13BE5F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u-ES"/>
          </a:p>
        </p:txBody>
      </p:sp>
      <p:sp>
        <p:nvSpPr>
          <p:cNvPr id="6" name="Diapositibaren zenbakiaren leku-marka 5">
            <a:extLst>
              <a:ext uri="{FF2B5EF4-FFF2-40B4-BE49-F238E27FC236}">
                <a16:creationId xmlns:a16="http://schemas.microsoft.com/office/drawing/2014/main" id="{A7E04420-C51B-4EE3-4150-FFABB7F59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69F2E-5FEA-41B2-8DE1-D0529BB6CAC8}" type="slidenum">
              <a:rPr lang="eu-ES" smtClean="0"/>
              <a:t>‹zk.›</a:t>
            </a:fld>
            <a:endParaRPr lang="eu-ES"/>
          </a:p>
        </p:txBody>
      </p:sp>
    </p:spTree>
    <p:extLst>
      <p:ext uri="{BB962C8B-B14F-4D97-AF65-F5344CB8AC3E}">
        <p14:creationId xmlns:p14="http://schemas.microsoft.com/office/powerpoint/2010/main" val="1680493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ulu bertikala eta test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u bertikala 1">
            <a:extLst>
              <a:ext uri="{FF2B5EF4-FFF2-40B4-BE49-F238E27FC236}">
                <a16:creationId xmlns:a16="http://schemas.microsoft.com/office/drawing/2014/main" id="{990DEA9A-39FB-F723-6867-3AFBA2040C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u-ES"/>
              <a:t>Egin klik diapositiba nagusiaren titulu-estiloa aldatzeko</a:t>
            </a:r>
          </a:p>
        </p:txBody>
      </p:sp>
      <p:sp>
        <p:nvSpPr>
          <p:cNvPr id="3" name="Testuaren leku-marka bertikala 2">
            <a:extLst>
              <a:ext uri="{FF2B5EF4-FFF2-40B4-BE49-F238E27FC236}">
                <a16:creationId xmlns:a16="http://schemas.microsoft.com/office/drawing/2014/main" id="{D8E847C6-81C7-A528-1B5C-6EC5CAE14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u-ES"/>
              <a:t>Egin klik diapositiba nagusiaren testu-estiloak aldatzeko</a:t>
            </a:r>
          </a:p>
          <a:p>
            <a:pPr lvl="1"/>
            <a:r>
              <a:rPr lang="eu-ES"/>
              <a:t>Bigarren maila</a:t>
            </a:r>
          </a:p>
          <a:p>
            <a:pPr lvl="2"/>
            <a:r>
              <a:rPr lang="eu-ES"/>
              <a:t>Hirugarren maila</a:t>
            </a:r>
          </a:p>
          <a:p>
            <a:pPr lvl="3"/>
            <a:r>
              <a:rPr lang="eu-ES"/>
              <a:t>Laugarren maila</a:t>
            </a:r>
          </a:p>
          <a:p>
            <a:pPr lvl="4"/>
            <a:r>
              <a:rPr lang="eu-ES"/>
              <a:t>Bosgarren maila</a:t>
            </a:r>
          </a:p>
        </p:txBody>
      </p:sp>
      <p:sp>
        <p:nvSpPr>
          <p:cNvPr id="4" name="Dataren leku-marka 3">
            <a:extLst>
              <a:ext uri="{FF2B5EF4-FFF2-40B4-BE49-F238E27FC236}">
                <a16:creationId xmlns:a16="http://schemas.microsoft.com/office/drawing/2014/main" id="{AE942B65-827F-9C19-6C3C-52DF8FA56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DF4C5-CB5C-4C73-AA2C-375DD9C59507}" type="datetimeFigureOut">
              <a:rPr lang="eu-ES" smtClean="0"/>
              <a:t>2026/4/16</a:t>
            </a:fld>
            <a:endParaRPr lang="eu-ES"/>
          </a:p>
        </p:txBody>
      </p:sp>
      <p:sp>
        <p:nvSpPr>
          <p:cNvPr id="5" name="Orri-oinaren leku-marka 4">
            <a:extLst>
              <a:ext uri="{FF2B5EF4-FFF2-40B4-BE49-F238E27FC236}">
                <a16:creationId xmlns:a16="http://schemas.microsoft.com/office/drawing/2014/main" id="{806A2B18-63EB-9558-8FAF-AF64D2288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u-ES"/>
          </a:p>
        </p:txBody>
      </p:sp>
      <p:sp>
        <p:nvSpPr>
          <p:cNvPr id="6" name="Diapositibaren zenbakiaren leku-marka 5">
            <a:extLst>
              <a:ext uri="{FF2B5EF4-FFF2-40B4-BE49-F238E27FC236}">
                <a16:creationId xmlns:a16="http://schemas.microsoft.com/office/drawing/2014/main" id="{D69DF3E3-D823-4D1F-0A04-B09EE870E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69F2E-5FEA-41B2-8DE1-D0529BB6CAC8}" type="slidenum">
              <a:rPr lang="eu-ES" smtClean="0"/>
              <a:t>‹zk.›</a:t>
            </a:fld>
            <a:endParaRPr lang="eu-ES"/>
          </a:p>
        </p:txBody>
      </p:sp>
    </p:spTree>
    <p:extLst>
      <p:ext uri="{BB962C8B-B14F-4D97-AF65-F5344CB8AC3E}">
        <p14:creationId xmlns:p14="http://schemas.microsoft.com/office/powerpoint/2010/main" val="4014082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zenaren leku-marka 1">
            <a:extLst>
              <a:ext uri="{FF2B5EF4-FFF2-40B4-BE49-F238E27FC236}">
                <a16:creationId xmlns:a16="http://schemas.microsoft.com/office/drawing/2014/main" id="{FAA9F5BB-367A-8A50-1F83-C9141BB93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u-ES"/>
              <a:t>Egin klik diapositiba nagusiaren titulu-estiloa aldatzeko</a:t>
            </a:r>
          </a:p>
        </p:txBody>
      </p:sp>
      <p:sp>
        <p:nvSpPr>
          <p:cNvPr id="3" name="Testuaren leku-marka 2">
            <a:extLst>
              <a:ext uri="{FF2B5EF4-FFF2-40B4-BE49-F238E27FC236}">
                <a16:creationId xmlns:a16="http://schemas.microsoft.com/office/drawing/2014/main" id="{FB433AE6-162A-D6D7-42B3-291A47B4B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u-ES"/>
              <a:t>Egin klik diapositiba nagusiaren testu-estiloak aldatzeko</a:t>
            </a:r>
          </a:p>
          <a:p>
            <a:pPr lvl="1"/>
            <a:r>
              <a:rPr lang="eu-ES"/>
              <a:t>Bigarren maila</a:t>
            </a:r>
          </a:p>
          <a:p>
            <a:pPr lvl="2"/>
            <a:r>
              <a:rPr lang="eu-ES"/>
              <a:t>Hirugarren maila</a:t>
            </a:r>
          </a:p>
          <a:p>
            <a:pPr lvl="3"/>
            <a:r>
              <a:rPr lang="eu-ES"/>
              <a:t>Laugarren maila</a:t>
            </a:r>
          </a:p>
          <a:p>
            <a:pPr lvl="4"/>
            <a:r>
              <a:rPr lang="eu-ES"/>
              <a:t>Bosgarren maila</a:t>
            </a:r>
          </a:p>
        </p:txBody>
      </p:sp>
      <p:sp>
        <p:nvSpPr>
          <p:cNvPr id="4" name="Dataren leku-marka 3">
            <a:extLst>
              <a:ext uri="{FF2B5EF4-FFF2-40B4-BE49-F238E27FC236}">
                <a16:creationId xmlns:a16="http://schemas.microsoft.com/office/drawing/2014/main" id="{C4DBB661-F366-0F79-E97E-177A594429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4DF4C5-CB5C-4C73-AA2C-375DD9C59507}" type="datetimeFigureOut">
              <a:rPr lang="eu-ES" smtClean="0"/>
              <a:t>2026/4/16</a:t>
            </a:fld>
            <a:endParaRPr lang="eu-ES"/>
          </a:p>
        </p:txBody>
      </p:sp>
      <p:sp>
        <p:nvSpPr>
          <p:cNvPr id="5" name="Orri-oinaren leku-marka 4">
            <a:extLst>
              <a:ext uri="{FF2B5EF4-FFF2-40B4-BE49-F238E27FC236}">
                <a16:creationId xmlns:a16="http://schemas.microsoft.com/office/drawing/2014/main" id="{17DED88C-FC85-B09A-B200-39DDF7620C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u-ES"/>
          </a:p>
        </p:txBody>
      </p:sp>
      <p:sp>
        <p:nvSpPr>
          <p:cNvPr id="6" name="Diapositibaren zenbakiaren leku-marka 5">
            <a:extLst>
              <a:ext uri="{FF2B5EF4-FFF2-40B4-BE49-F238E27FC236}">
                <a16:creationId xmlns:a16="http://schemas.microsoft.com/office/drawing/2014/main" id="{5053091B-C46C-4894-DF92-4863C589D9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469F2E-5FEA-41B2-8DE1-D0529BB6CAC8}" type="slidenum">
              <a:rPr lang="eu-ES" smtClean="0"/>
              <a:t>‹zk.›</a:t>
            </a:fld>
            <a:endParaRPr lang="eu-ES"/>
          </a:p>
        </p:txBody>
      </p:sp>
    </p:spTree>
    <p:extLst>
      <p:ext uri="{BB962C8B-B14F-4D97-AF65-F5344CB8AC3E}">
        <p14:creationId xmlns:p14="http://schemas.microsoft.com/office/powerpoint/2010/main" val="2993446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u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3839749-16BB-A6DF-DA8E-771BB12BC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525" y="-91417"/>
            <a:ext cx="12192000" cy="3371850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DE25C70-98F6-0B3B-8D80-2DA410AF1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7730" y="4424155"/>
            <a:ext cx="3747344" cy="843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6147D47-8922-4F0F-BB0C-42EF27EC03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49"/>
          <a:stretch>
            <a:fillRect/>
          </a:stretch>
        </p:blipFill>
        <p:spPr bwMode="auto">
          <a:xfrm>
            <a:off x="-3286006" y="3280433"/>
            <a:ext cx="10905891" cy="376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rudia 4">
            <a:extLst>
              <a:ext uri="{FF2B5EF4-FFF2-40B4-BE49-F238E27FC236}">
                <a16:creationId xmlns:a16="http://schemas.microsoft.com/office/drawing/2014/main" id="{BBC406DE-B6FE-AF7A-3582-B2759B7F93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0362" y="5542776"/>
            <a:ext cx="4382430" cy="662409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4E2C7337-BFF4-D176-65E9-F5A873B5D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24" y="742952"/>
            <a:ext cx="2960194" cy="2366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stuKoadroa 5">
            <a:extLst>
              <a:ext uri="{FF2B5EF4-FFF2-40B4-BE49-F238E27FC236}">
                <a16:creationId xmlns:a16="http://schemas.microsoft.com/office/drawing/2014/main" id="{A739CF6C-D613-C5A7-1DA2-8E3874EA2E4E}"/>
              </a:ext>
            </a:extLst>
          </p:cNvPr>
          <p:cNvSpPr txBox="1"/>
          <p:nvPr/>
        </p:nvSpPr>
        <p:spPr>
          <a:xfrm>
            <a:off x="312234" y="246776"/>
            <a:ext cx="2174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u-ES" b="1" dirty="0" err="1"/>
              <a:t>Organised</a:t>
            </a:r>
            <a:r>
              <a:rPr lang="eu-ES" b="1" dirty="0"/>
              <a:t> </a:t>
            </a:r>
            <a:r>
              <a:rPr lang="eu-ES" b="1" dirty="0" err="1"/>
              <a:t>by</a:t>
            </a:r>
            <a:r>
              <a:rPr lang="eu-ES" b="1" dirty="0"/>
              <a:t>:</a:t>
            </a:r>
          </a:p>
        </p:txBody>
      </p:sp>
      <p:sp>
        <p:nvSpPr>
          <p:cNvPr id="7" name="TestuKoadroa 6">
            <a:extLst>
              <a:ext uri="{FF2B5EF4-FFF2-40B4-BE49-F238E27FC236}">
                <a16:creationId xmlns:a16="http://schemas.microsoft.com/office/drawing/2014/main" id="{99E58CAB-3001-3634-8B6D-63EB99BB7451}"/>
              </a:ext>
            </a:extLst>
          </p:cNvPr>
          <p:cNvSpPr txBox="1"/>
          <p:nvPr/>
        </p:nvSpPr>
        <p:spPr>
          <a:xfrm>
            <a:off x="7958254" y="3577568"/>
            <a:ext cx="2174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u-ES" b="1" dirty="0" err="1"/>
              <a:t>Funded</a:t>
            </a:r>
            <a:r>
              <a:rPr lang="eu-ES" b="1" dirty="0"/>
              <a:t> </a:t>
            </a:r>
            <a:r>
              <a:rPr lang="eu-ES" b="1" dirty="0" err="1"/>
              <a:t>by</a:t>
            </a:r>
            <a:r>
              <a:rPr lang="eu-ES" b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020988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gai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6</Words>
  <Application>Microsoft Office PowerPoint</Application>
  <PresentationFormat>Panoramikoa</PresentationFormat>
  <Paragraphs>2</Paragraphs>
  <Slides>1</Slides>
  <Notes>0</Notes>
  <HiddenSlides>0</HiddenSlides>
  <MMClips>0</MMClips>
  <ScaleCrop>false</ScaleCrop>
  <HeadingPairs>
    <vt:vector size="6" baseType="variant">
      <vt:variant>
        <vt:lpstr>Erabilitako letra-tipoak</vt:lpstr>
      </vt:variant>
      <vt:variant>
        <vt:i4>3</vt:i4>
      </vt:variant>
      <vt:variant>
        <vt:lpstr>Gaia</vt:lpstr>
      </vt:variant>
      <vt:variant>
        <vt:i4>1</vt:i4>
      </vt:variant>
      <vt:variant>
        <vt:lpstr>Diapositiben tituluak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gaia</vt:lpstr>
      <vt:lpstr>PowerPoint aurkezpena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ANDONI MUJIKA AMUNARRIZ</dc:creator>
  <cp:lastModifiedBy>ANDONI MUJIKA AMUNARRIZ</cp:lastModifiedBy>
  <cp:revision>2</cp:revision>
  <dcterms:created xsi:type="dcterms:W3CDTF">2026-04-16T20:07:27Z</dcterms:created>
  <dcterms:modified xsi:type="dcterms:W3CDTF">2026-04-16T21:08:20Z</dcterms:modified>
</cp:coreProperties>
</file>